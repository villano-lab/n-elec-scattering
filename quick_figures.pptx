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91" d="100"/>
          <a:sy n="91" d="100"/>
        </p:scale>
        <p:origin x="19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E4274-DA37-BCBB-0ADB-8A50E87014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8D44F-997B-4819-93C2-8DC53676F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1EAFC-424E-1077-AD68-5671F4634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93EF9-FDD4-A942-179E-668D7A01B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C25DD-388C-4D9E-7E29-E38B4C6E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1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00643-9E04-A599-4CA6-C0BD0C011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62009-F690-BC59-7F3C-B623789413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F5FC8-4A81-1627-BF04-ADE83BD75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FE4E5-C54C-CE58-6939-07C9543D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D3EE4-E55C-41B9-32F1-DD17971F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6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8544C-A4CA-F6A8-085F-DD14CD807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55C5C-A637-9343-308E-9B2E529C6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CC7F3-3A6B-FEAD-76DB-992AEC91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13C79-B088-D917-0DF6-3C9A0AC35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DFE91-6881-954D-02FC-9657C9194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3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A602F-EC6A-47F0-6E74-71C6A0A69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420B6-5829-A8D7-19D2-EE78B36EF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59B62-95C5-6FBC-A876-EDE493388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E1B62-319C-CCCA-6BC0-EE353A4A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1BCD6-9435-A962-3EA8-AA1AF70F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0C90D-6790-69B1-E8CE-2700A3391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461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98398-7EFB-2F2D-CC19-C3AA776BE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8CC6-FC98-0F1B-B146-2472A692D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0E5207-7BBD-9F4D-E662-5FAD9193E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F6FFD-7D31-74C8-CF36-16193498B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5F1573-601A-1A3C-A20E-78093DC905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97CC11-9741-12E0-340F-94A456ACC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0C32E0-4557-8227-7335-B377C6AE7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211FC4-F2D2-A587-9081-3F8B3B6E9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328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2008-CC48-CA42-DEA6-2E1C1B0F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C4038D-F77D-EEE5-A60F-7BB48A99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B06A2-E8A4-0A9E-7963-B7F0BF97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0B38-2013-D7AE-6E35-168901364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125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BF4CF-B8FA-C114-FC7C-E66B4FB36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E8D159-B21F-4AB1-029F-C82A36B8E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E5E8-DF0A-44C4-B43D-883554BAB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75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173-A326-834C-B529-08BD0D5A2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2F06C-DFE9-804A-5DBF-53676A7FD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F9D215-8C10-6B7F-C070-46F91BC55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9CE6-13F1-18A4-3488-2BF3F4876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5857EC-D1CD-4F76-E9B4-C8B9C79CB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77117-3039-E54E-40AF-6C87F0169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77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AB10C-96CD-17D9-9E5A-F7E6D4D70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ED351F-8F71-E6FC-E04E-CDD62CCDA2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0E6387-37E2-B6E1-F503-736FBC1F8C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9FA80-59BC-D71D-E012-FF475051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32B12-71CE-5109-5914-1DB150C79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972996-30ED-AEB3-F19A-CCB4EAADC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5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6033-0DC2-65EC-D80B-E995B53B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499C-4842-ADC1-B154-E5D4C6517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CE514-327D-EF86-B820-9AAA04ECD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696A6-B974-3C96-773F-4D76C8A63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D6EA1E-EE13-1A62-EED2-8D19CC9B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916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5934AF-A441-2B94-5AFE-FE9FADD11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4878CC-E59D-38A0-8B4B-4487A6F759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63DF4-F693-795F-1E75-777CE2B5C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9D608-66D7-BD17-8863-9FA867A7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FB98A-BB0A-2AEC-4426-1FFD1EF5D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95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ABD6C7-94E9-DA62-58AF-0B6555115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2BDF4-52F2-A9B8-9953-30DFA7855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3274A-3B9C-1704-8674-53CFBC9712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CAD9D4-AAE5-6F0E-91BF-B156C12E3A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EDF04-C0C8-CE7E-F52E-4D2D9CE85B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35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AD2D97-0496-805A-FB44-42046C88E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413" y="880190"/>
            <a:ext cx="6143486" cy="4578636"/>
          </a:xfrm>
          <a:prstGeom prst="rect">
            <a:avLst/>
          </a:prstGeom>
        </p:spPr>
      </p:pic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88F4B0A-DE61-068F-A2FB-E925E7F0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80" y="880190"/>
            <a:ext cx="5150965" cy="457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713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 descr="A graph of 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BB7F15D-60E8-80BC-9C6B-6E4D5DB43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934" y="1285126"/>
            <a:ext cx="4616434" cy="4108625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2E9B2EE-76CA-47F3-9977-3F2FCB7FD2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739239"/>
            <a:ext cx="0" cy="320040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graph of a graph showing a number of different types of energy&#10;&#10;AI-generated content may be incorrect.">
            <a:extLst>
              <a:ext uri="{FF2B5EF4-FFF2-40B4-BE49-F238E27FC236}">
                <a16:creationId xmlns:a16="http://schemas.microsoft.com/office/drawing/2014/main" id="{DD6D08D1-0C9A-A23D-5EFB-E4C21CAFA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33" y="1275204"/>
            <a:ext cx="4644528" cy="412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1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1688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5</cp:revision>
  <dcterms:created xsi:type="dcterms:W3CDTF">2026-01-12T18:46:33Z</dcterms:created>
  <dcterms:modified xsi:type="dcterms:W3CDTF">2026-01-13T22:54:51Z</dcterms:modified>
</cp:coreProperties>
</file>