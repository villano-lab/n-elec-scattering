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48"/>
    <p:restoredTop sz="94658"/>
  </p:normalViewPr>
  <p:slideViewPr>
    <p:cSldViewPr snapToGrid="0">
      <p:cViewPr varScale="1">
        <p:scale>
          <a:sx n="82" d="100"/>
          <a:sy n="82" d="100"/>
        </p:scale>
        <p:origin x="16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4274-DA37-BCBB-0ADB-8A50E8701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8D44F-997B-4819-93C2-8DC53676F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1EAFC-424E-1077-AD68-5671F463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93EF9-FDD4-A942-179E-668D7A01B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C25DD-388C-4D9E-7E29-E38B4C6E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0643-9E04-A599-4CA6-C0BD0C01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62009-F690-BC59-7F3C-B62378941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F5FC8-4A81-1627-BF04-ADE83BD7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E4E5-C54C-CE58-6939-07C9543D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D3EE4-E55C-41B9-32F1-DD17971F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6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544C-A4CA-F6A8-085F-DD14CD80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55C5C-A637-9343-308E-9B2E529C6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CC7F3-3A6B-FEAD-76DB-992AEC91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13C79-B088-D917-0DF6-3C9A0AC3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DFE91-6881-954D-02FC-9657C919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602F-EC6A-47F0-6E74-71C6A0A6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20B6-5829-A8D7-19D2-EE78B36EF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59B62-95C5-6FBC-A876-EDE49338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E1B62-319C-CCCA-6BC0-EE353A4A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1BCD6-9435-A962-3EA8-AA1AF70F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C90D-6790-69B1-E8CE-2700A339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61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8398-7EFB-2F2D-CC19-C3AA776B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C8CC6-FC98-0F1B-B146-2472A692D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E5207-7BBD-9F4D-E662-5FAD9193E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F6FFD-7D31-74C8-CF36-16193498B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F1573-601A-1A3C-A20E-78093DC90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7CC11-9741-12E0-340F-94A456AC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0C32E0-4557-8227-7335-B377C6AE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11FC4-F2D2-A587-9081-3F8B3B6E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2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2008-CC48-CA42-DEA6-2E1C1B0F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4038D-F77D-EEE5-A60F-7BB48A99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B06A2-E8A4-0A9E-7963-B7F0BF97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80B38-2013-D7AE-6E35-16890136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2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BF4CF-B8FA-C114-FC7C-E66B4FB3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8D159-B21F-4AB1-029F-C82A36B8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FE5E8-DF0A-44C4-B43D-883554BA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173-A326-834C-B529-08BD0D5A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F06C-DFE9-804A-5DBF-53676A7F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9D215-8C10-6B7F-C070-46F91BC55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49CE6-13F1-18A4-3488-2BF3F487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857EC-D1CD-4F76-E9B4-C8B9C79C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77117-3039-E54E-40AF-6C87F016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77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B10C-96CD-17D9-9E5A-F7E6D4D70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351F-8F71-E6FC-E04E-CDD62CCDA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E6387-37E2-B6E1-F503-736FBC1F8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9FA80-59BC-D71D-E012-FF475051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32B12-71CE-5109-5914-1DB150C7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72996-30ED-AEB3-F19A-CCB4EAAD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6033-0DC2-65EC-D80B-E995B53B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C499C-4842-ADC1-B154-E5D4C6517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CE514-327D-EF86-B820-9AAA04E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696A6-B974-3C96-773F-4D76C8A6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6EA1E-EE13-1A62-EED2-8D19CC9B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16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934AF-A441-2B94-5AFE-FE9FADD11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878CC-E59D-38A0-8B4B-4487A6F75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63DF4-F693-795F-1E75-777CE2B5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9D608-66D7-BD17-8863-9FA867A7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FB98A-BB0A-2AEC-4426-1FFD1EF5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9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BD6C7-94E9-DA62-58AF-0B655511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2BDF4-52F2-A9B8-9953-30DFA785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3274A-3B9C-1704-8674-53CFBC971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1DB90-0D24-B94B-9BC1-3A1B9E2096B6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AD9D4-AAE5-6F0E-91BF-B156C12E3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EDF04-C0C8-CE7E-F52E-4D2D9CE85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6CE12-99A5-F440-A002-53282047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5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AD2D97-0496-805A-FB44-42046C88E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13" y="880190"/>
            <a:ext cx="6143486" cy="4578636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8F4B0A-DE61-068F-A2FB-E925E7F0A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380" y="880190"/>
            <a:ext cx="5150965" cy="45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1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graph of a graph showing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5BB7F15D-60E8-80BC-9C6B-6E4D5DB43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34" y="1285126"/>
            <a:ext cx="4616434" cy="4108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graph showing a number of different types of energy&#10;&#10;AI-generated content may be incorrect.">
            <a:extLst>
              <a:ext uri="{FF2B5EF4-FFF2-40B4-BE49-F238E27FC236}">
                <a16:creationId xmlns:a16="http://schemas.microsoft.com/office/drawing/2014/main" id="{DD6D08D1-0C9A-A23D-5EFB-E4C21CAF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1275204"/>
            <a:ext cx="4644528" cy="412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17AE6-D974-7C7E-8D01-02474156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AC50D813-BED5-C715-4BD3-E8BF7A63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0A9868C6-F4D6-B861-2361-9385E8E98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9B94C0-D37B-AE77-CBBF-903A17A81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55A0BB-82A4-5EEC-AD29-794280438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of a graph showing a number of electrons&#10;&#10;AI-generated content may be incorrect.">
            <a:extLst>
              <a:ext uri="{FF2B5EF4-FFF2-40B4-BE49-F238E27FC236}">
                <a16:creationId xmlns:a16="http://schemas.microsoft.com/office/drawing/2014/main" id="{CA20B349-5476-2CBC-A902-CA2659A48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916" y="1412566"/>
            <a:ext cx="4536973" cy="4032865"/>
          </a:xfrm>
          <a:prstGeom prst="rect">
            <a:avLst/>
          </a:prstGeom>
        </p:spPr>
      </p:pic>
      <p:pic>
        <p:nvPicPr>
          <p:cNvPr id="6" name="Picture 5" descr="A graph of a graph showing the number of electrons&#10;&#10;AI-generated content may be incorrect.">
            <a:extLst>
              <a:ext uri="{FF2B5EF4-FFF2-40B4-BE49-F238E27FC236}">
                <a16:creationId xmlns:a16="http://schemas.microsoft.com/office/drawing/2014/main" id="{1192A7AD-75BF-C607-645B-5E80C9C4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11" y="1412567"/>
            <a:ext cx="4536973" cy="40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2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65A639-F0EC-5556-459A-0CA2C6223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362" y="2052966"/>
            <a:ext cx="3479275" cy="27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FD015-C283-AF30-3FCD-2D18B47B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2F40EE0E-EA99-3EA1-1166-0A1AA7AB5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08" y="1648918"/>
            <a:ext cx="3523746" cy="3072984"/>
          </a:xfrm>
          <a:prstGeom prst="rect">
            <a:avLst/>
          </a:prstGeom>
        </p:spPr>
      </p:pic>
      <p:pic>
        <p:nvPicPr>
          <p:cNvPr id="6" name="Picture 5" descr="A graph of a graph with a line and numbers&#10;&#10;AI-generated content may be incorrect.">
            <a:extLst>
              <a:ext uri="{FF2B5EF4-FFF2-40B4-BE49-F238E27FC236}">
                <a16:creationId xmlns:a16="http://schemas.microsoft.com/office/drawing/2014/main" id="{676E37EC-160B-33C4-5595-3B7708658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798" y="1648918"/>
            <a:ext cx="3523746" cy="308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2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20E227-9A03-C4AB-F873-04BE5127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82892" cy="311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0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6133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Villano, Anthony N</dc:creator>
  <cp:lastModifiedBy>Villano, Anthony N</cp:lastModifiedBy>
  <cp:revision>12</cp:revision>
  <dcterms:created xsi:type="dcterms:W3CDTF">2026-01-12T18:46:33Z</dcterms:created>
  <dcterms:modified xsi:type="dcterms:W3CDTF">2026-06-08T21:22:27Z</dcterms:modified>
</cp:coreProperties>
</file>